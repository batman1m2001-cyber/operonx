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9"/>
  </p:sldMasterIdLst>
  <p:sldIdLst>
    <p:sldId id="256" r:id="rId1"/>
    <p:sldId id="257" r:id="rId2"/>
    <p:sldId id="258" r:id="rId3"/>
  </p:sldIdLst>
  <p:sldSz cx="9144000" cy="6858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9" Type="http://schemas.openxmlformats.org/officeDocument/2006/relationships/slideMaster" Target="slideMasters/slideMaster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"/>
          <p:cNvSpPr/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</p:txBody>
      </p:sp>
      <p:sp>
        <p:nvSpPr>
          <p:cNvPr id="2" name="s"/>
          <p:cNvSpPr/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</p:txBody>
      </p:sp>
      <p:sp>
        <p:nvSpPr>
          <p:cNvPr id="2" name="s"/>
          <p:cNvSpPr/>
          <p:nvPr>
            <p:ph type="sldNum" idx="12"/>
          </p:nvPr>
        </p:nvSpPr>
        <p:spPr>
          <a:xfrm>
            <a:off x="6553200" y="6356350"/>
            <a:ext cx="2133600" cy="365125"/>
          </a:xfrm>
        </p:spPr>
        <p:txBody>
          <a:bodyPr/>
        </p:txBody>
      </p:sp>
    </p:spTree>
  </p:cSld>
</p:sldLayout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/>
  </p:cSld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"/>
          <p:cNvSpPr/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t>Welcome to ACME</a:t>
            </a:r>
          </a:p>
        </p:txBody>
      </p:sp>
      <p:sp>
        <p:nvSpPr>
          <p:cNvPr id="2" name="s"/>
          <p:cNvSpPr/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p>
            <a:r>
              <a:t>Onboarding for new staff, 2026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"/>
          <p:cNvSpPr/>
          <p:nvPr>
            <p:ph idx="1"/>
          </p:nvPr>
        </p:nvSpPr>
        <p:spPr/>
        <p:txBody>
          <a:bodyPr/>
          <a:p>
            <a:r>
              <a:t>Collect your badge</a:t>
            </a:r>
          </a:p>
          <a:p>
            <a:pPr lvl="1"/>
            <a:r>
              <a:t>Floor 3 reception</a:t>
            </a:r>
          </a:p>
          <a:p>
            <a:r>
              <a:t>Set up two-factor login</a:t>
            </a:r>
          </a:p>
          <a:p>
            <a:pPr lvl="0">
              <a:buAutoNum type="arabicPeriod" startAt="3"/>
            </a:pPr>
            <a:r>
              <a:t>Read the handbook</a:t>
            </a:r>
          </a:p>
          <a:p>
            <a:pPr lvl="0">
              <a:buNone/>
            </a:pPr>
            <a:r>
              <a:t>Ask questions anytime</a:t>
            </a:r>
          </a:p>
        </p:txBody>
      </p:sp>
      <p:sp>
        <p:nvSpPr>
          <p:cNvPr id="2" name="s"/>
          <p:cNvSpPr/>
          <p:nvPr>
            <p:ph type="title"/>
          </p:nvPr>
        </p:nvSpPr>
        <p:spPr/>
        <p:txBody>
          <a:bodyPr/>
          <a:p>
            <a:r>
              <a:t>First week</a:t>
            </a:r>
          </a:p>
        </p:txBody>
      </p:sp>
      <p:graphicFrame>
        <p:nvGraphicFramePr>
          <p:cNvPr id="5" name="t"/>
          <p:cNvGraphicFramePr/>
          <p:nvPr/>
        </p:nvGraphicFramePr>
        <p:xfrm>
          <a:off x="457200" y="4800000"/>
          <a:ext cx="8229600" cy="1000000"/>
        </p:xfrm>
        <a:graphic>
          <a:graphicData>
            <a:tbl>
              <a:tr>
                <a:tc>
                  <a:txBody>
                    <a:p>
                      <a:r>
                        <a:t>Day</a:t>
                      </a:r>
                    </a:p>
                  </a:txBody>
                </a:tc>
                <a:tc>
                  <a:txBody>
                    <a:p>
                      <a:r>
                        <a:t>Topic</a:t>
                      </a:r>
                    </a:p>
                  </a:txBody>
                </a:tc>
              </a:tr>
              <a:tr>
                <a:tc>
                  <a:txBody>
                    <a:p>
                      <a:r>
                        <a:t>1</a:t>
                      </a:r>
                    </a:p>
                  </a:txBody>
                </a:tc>
                <a:tc>
                  <a:txBody>
                    <a:p>
                      <a:r>
                        <a:t>Accounts and laptop</a:t>
                      </a:r>
                    </a:p>
                  </a:txBody>
                </a:tc>
              </a:tr>
              <a:tr>
                <a:tc gridSpan="2">
                  <a:txBody>
                    <a:p>
                      <a:r>
                        <a:t>Week 2: shadowing</a:t>
                      </a:r>
                    </a:p>
                  </a:txBody>
                </a:tc>
                <a:tc hMerge="1">
                  <a:txBody>
                    <a:p/>
                  </a:txBody>
                </a:tc>
              </a:tr>
            </a:tbl>
          </a:graphicData>
        </a:graphic>
      </p:graphicFrame>
      <p:sp>
        <p:nvSpPr>
          <p:cNvPr id="2" name="s"/>
          <p:cNvSpPr/>
          <p:nvPr>
            <p:ph type="sldNum" idx="12"/>
          </p:nvPr>
        </p:nvSpPr>
        <p:spPr/>
        <p:txBody>
          <a:bodyPr/>
          <a:p>
            <a:r>
              <a:t>2</a:t>
            </a:r>
          </a:p>
        </p:txBody>
      </p:sp>
      <p:pic>
        <p:nvPicPr>
          <p:cNvPr id="7" name="map" descr="Office floor map"/>
          <p:cNvPicPr/>
          <p:nvPr/>
        </p:nvPicPr>
        <p:blipFill/>
        <p:spPr>
          <a:xfrm>
            <a:off x="6000000" y="300000"/>
            <a:ext cx="2000000" cy="900000"/>
          </a:xfrm>
        </p:spPr>
      </p:pic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"/>
          <p:cNvSpPr/>
          <p:nvPr>
            <p:ph type="title"/>
          </p:nvPr>
        </p:nvSpPr>
        <p:spPr/>
        <p:txBody>
          <a:bodyPr/>
          <a:p>
            <a:r>
              <a:t>Liên hệ</a:t>
            </a:r>
          </a:p>
        </p:txBody>
      </p:sp>
      <p:grpSp>
        <p:nvGrpSpPr>
          <p:cNvPr id="9" name="g"/>
          <p:cNvGrpSpPr/>
          <p:nvPr/>
        </p:nvGrpSpPr>
        <p:grpSpPr>
          <a:xfrm>
            <a:off x="457200" y="1600200"/>
            <a:ext cx="8000000" cy="2000000"/>
            <a:chOff x="0" y="0"/>
            <a:chExt cx="8000000" cy="2000000"/>
          </a:xfrm>
        </p:grpSpPr>
        <p:sp>
          <p:nvSpPr>
            <p:cNvPr id="2" name="s"/>
            <p:cNvSpPr/>
            <p:nvPr/>
          </p:nvSpPr>
          <p:spPr>
            <a:xfrm>
              <a:off x="4000000" y="0"/>
              <a:ext cx="4000000" cy="500000"/>
            </a:xfrm>
          </p:spPr>
          <p:txBody>
            <a:bodyPr/>
            <a:p>
              <a:r>
                <a:t>Phòng nhân sự: tầng 3</a:t>
              </a:r>
            </a:p>
          </p:txBody>
        </p:sp>
        <p:sp>
          <p:nvSpPr>
            <p:cNvPr id="2" name="s"/>
            <p:cNvSpPr/>
            <p:nvPr/>
          </p:nvSpPr>
          <p:spPr>
            <a:xfrm>
              <a:off x="0" y="0"/>
              <a:ext cx="3900000" cy="500000"/>
            </a:xfrm>
          </p:spPr>
          <p:txBody>
            <a:bodyPr/>
            <a:p>
              <a:r>
                <a:t>Email: hr@acme.example</a:t>
              </a:r>
            </a:p>
          </p:txBody>
        </p:sp>
      </p:grpSp>
    </p:spTree>
  </p:cSld>
</p:sld>
</file>